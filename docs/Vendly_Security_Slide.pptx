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in Vendly.lk is built with a zero-trust, defense-in-depth architecture across 5 pillars:</a:t>
            </a:r>
          </a:p>
          <a:p/>
          <a:p>
            <a:r>
              <a:t>1. File Upload Immunity: We never rely on client MIME headers. True binary magic bytes (JPEG, PNG, WebP, MP4) are inspected, and disguised executable scripts are blocked. Media is served from isolated CDNs.</a:t>
            </a:r>
          </a:p>
          <a:p>
            <a:r>
              <a:t>2. Search &amp; XSS Defense: All user queries strip script tags, HTML markers, and unprintable control characters. Strict length caps eliminate catastrophic ReDoS attacks.</a:t>
            </a:r>
          </a:p>
          <a:p>
            <a:r>
              <a:t>3. Live Session Revocation: Active JWTs are verified with check_revoked=True. Suspensions or password resets cut off access instantly, leaving no zombie tokens.</a:t>
            </a:r>
          </a:p>
          <a:p>
            <a:r>
              <a:t>4. Enterprise RBAC: Store owners maintain strict authority. Peer admins cannot escalate privileges, hijack ownership, or demote peer staff.</a:t>
            </a:r>
          </a:p>
          <a:p>
            <a:r>
              <a:t>5. Perimeter Defense: Global rate limiting blocks brute force, while enterprise HTTP headers prevent Clickjacking and MIME sniffing.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in Vendly.lk is built with a zero-trust, defense-in-depth architecture across 5 pillars:</a:t>
            </a:r>
          </a:p>
          <a:p/>
          <a:p>
            <a:r>
              <a:t>1. File Upload Immunity: We never rely on client MIME headers. True binary magic bytes (JPEG, PNG, WebP, MP4) are inspected, and disguised executable scripts are blocked. Media is served from isolated CDNs.</a:t>
            </a:r>
          </a:p>
          <a:p>
            <a:r>
              <a:t>2. Search &amp; XSS Defense: All user queries strip script tags, HTML markers, and unprintable control characters. Strict length caps eliminate catastrophic ReDoS attacks.</a:t>
            </a:r>
          </a:p>
          <a:p>
            <a:r>
              <a:t>3. Live Session Revocation: Active JWTs are verified with check_revoked=True. Suspensions or password resets cut off access instantly, leaving no zombie tokens.</a:t>
            </a:r>
          </a:p>
          <a:p>
            <a:r>
              <a:t>4. Enterprise RBAC: Store owners maintain strict authority. Peer admins cannot escalate privileges, hijack ownership, or demote peer staff.</a:t>
            </a:r>
          </a:p>
          <a:p>
            <a:r>
              <a:t>5. Perimeter Defense: Global rate limiting blocks brute force, while enterprise HTTP headers prevent Clickjacking and MIME sniffing.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VENDLY.LK PLATFORM SECURITY</a:t>
            </a:r>
          </a:p>
          <a:p>
            <a:pPr>
              <a:spcAft>
                <a:spcPts val="400"/>
              </a:spcAft>
              <a:defRPr sz="2400" b="1">
                <a:solidFill>
                  <a:srgbClr val="F8FAFC"/>
                </a:solidFill>
              </a:defRPr>
            </a:pPr>
            <a:r>
              <a:t>Multi-Layered Threat Defense &amp; Zero-Trust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End-to-end protection for merchant commerce, customer data, and system integrity.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0116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075688"/>
            <a:ext cx="1792224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21992"/>
            <a:ext cx="1737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01</a:t>
            </a:r>
          </a:p>
          <a:p>
            <a:pPr>
              <a:spcAft>
                <a:spcPts val="1400"/>
              </a:spcAft>
              <a:defRPr sz="1500" b="1">
                <a:solidFill>
                  <a:srgbClr val="F1F5F9"/>
                </a:solidFill>
              </a:defRPr>
            </a:pPr>
            <a:r>
              <a:t>File Upload</a:t>
            </a:r>
            <a:br/>
            <a:r>
              <a:t>Immunity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Binary Magic Byte checking (JPEG, PNG, WebP, MP4)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Disguised script &amp; SVG payload prohibition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Isolated cloud CDN storage (zero local execution)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965960"/>
            <a:ext cx="20116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2075688"/>
            <a:ext cx="1792224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2221992"/>
            <a:ext cx="1737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B82F6"/>
                </a:solidFill>
              </a:defRPr>
            </a:pPr>
            <a:r>
              <a:t>02</a:t>
            </a:r>
          </a:p>
          <a:p>
            <a:pPr>
              <a:spcAft>
                <a:spcPts val="1400"/>
              </a:spcAft>
              <a:defRPr sz="1500" b="1">
                <a:solidFill>
                  <a:srgbClr val="F1F5F9"/>
                </a:solidFill>
              </a:defRPr>
            </a:pPr>
            <a:r>
              <a:t>Search &amp; XSS</a:t>
            </a:r>
            <a:br/>
            <a:r>
              <a:t>Defense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HTML &amp; script tag boundary stripping (&lt;...&gt;)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Null byte (\x00) &amp; control char neutralization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Bounded query length &amp; ReDoS-immune linear matching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965960"/>
            <a:ext cx="20116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93792" y="2075688"/>
            <a:ext cx="1792224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2221992"/>
            <a:ext cx="1737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6366F1"/>
                </a:solidFill>
              </a:defRPr>
            </a:pPr>
            <a:r>
              <a:t>03</a:t>
            </a:r>
          </a:p>
          <a:p>
            <a:pPr>
              <a:spcAft>
                <a:spcPts val="1400"/>
              </a:spcAft>
              <a:defRPr sz="1500" b="1">
                <a:solidFill>
                  <a:srgbClr val="F1F5F9"/>
                </a:solidFill>
              </a:defRPr>
            </a:pPr>
            <a:r>
              <a:t>Instant Session</a:t>
            </a:r>
            <a:br/>
            <a:r>
              <a:t>Revocation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Cryptographically verified Firebase JWT tokens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Live token check (check_revoked=True)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Zero zombie sessions on password reset or ban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965960"/>
            <a:ext cx="20116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70064" y="2075688"/>
            <a:ext cx="1792224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2221992"/>
            <a:ext cx="1737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04</a:t>
            </a:r>
          </a:p>
          <a:p>
            <a:pPr>
              <a:spcAft>
                <a:spcPts val="1400"/>
              </a:spcAft>
              <a:defRPr sz="1500" b="1">
                <a:solidFill>
                  <a:srgbClr val="F1F5F9"/>
                </a:solidFill>
              </a:defRPr>
            </a:pPr>
            <a:r>
              <a:t>Enterprise</a:t>
            </a:r>
            <a:br/>
            <a:r>
              <a:t>RBAC Controls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Granular role model (Admin, Orders, Staff, Viewer)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Owner-protected hierarchy: peer admins cannot demote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Strict multi-tenant store isolation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965960"/>
            <a:ext cx="20116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46336" y="2075688"/>
            <a:ext cx="1792224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2221992"/>
            <a:ext cx="1737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05</a:t>
            </a:r>
          </a:p>
          <a:p>
            <a:pPr>
              <a:spcAft>
                <a:spcPts val="1400"/>
              </a:spcAft>
              <a:defRPr sz="1500" b="1">
                <a:solidFill>
                  <a:srgbClr val="F1F5F9"/>
                </a:solidFill>
              </a:defRPr>
            </a:pPr>
            <a:r>
              <a:t>Perimeter</a:t>
            </a:r>
            <a:br/>
            <a:r>
              <a:t>Defense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Global &amp; tiered rate limiting (120 req/min)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Clickjacking shield (X-Frame-Options: DENY)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 MIME-sniff protection (nosniff) &amp; HSTS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VENDLY.LK PLATFORM SECURITY</a:t>
            </a:r>
          </a:p>
          <a:p>
            <a:pPr>
              <a:spcAft>
                <a:spcPts val="400"/>
              </a:spcAft>
              <a:defRPr sz="2400" b="1">
                <a:solidFill>
                  <a:srgbClr val="0F172A"/>
                </a:solidFill>
              </a:defRPr>
            </a:pPr>
            <a:r>
              <a:t>Multi-Layered Threat Defense &amp; Zero-Trust Architecture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End-to-end protection for merchant commerce, customer data, and system integrity.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075688"/>
            <a:ext cx="1792224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21992"/>
            <a:ext cx="1737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01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File Upload</a:t>
            </a:r>
            <a:br/>
            <a:r>
              <a:t>Immunity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Binary Magic Byte checking (JPEG, PNG, WebP, MP4)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Disguised script &amp; SVG payload prohibition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Isolated cloud CDN storage (zero local execution)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96596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2075688"/>
            <a:ext cx="1792224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2221992"/>
            <a:ext cx="1737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B82F6"/>
                </a:solidFill>
              </a:defRPr>
            </a:pPr>
            <a:r>
              <a:t>02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Search &amp; XSS</a:t>
            </a:r>
            <a:br/>
            <a:r>
              <a:t>Defense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HTML &amp; script tag boundary stripping (&lt;...&gt;)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Null byte (\x00) &amp; control char neutralization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Bounded query length &amp; ReDoS-immune linear matching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96596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93792" y="2075688"/>
            <a:ext cx="1792224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2221992"/>
            <a:ext cx="1737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6366F1"/>
                </a:solidFill>
              </a:defRPr>
            </a:pPr>
            <a:r>
              <a:t>03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Instant Session</a:t>
            </a:r>
            <a:br/>
            <a:r>
              <a:t>Revocation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Cryptographically verified Firebase JWT tokens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Live token check (check_revoked=True)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Zero zombie sessions on password reset or ban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96596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70064" y="2075688"/>
            <a:ext cx="1792224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2221992"/>
            <a:ext cx="1737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04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Enterprise</a:t>
            </a:r>
            <a:br/>
            <a:r>
              <a:t>RBAC Controls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Granular role model (Admin, Orders, Staff, Viewer)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Owner-protected hierarchy: peer admins cannot demote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Strict multi-tenant store isolation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965960"/>
            <a:ext cx="20116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46336" y="2075688"/>
            <a:ext cx="1792224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2221992"/>
            <a:ext cx="1737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05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Perimeter</a:t>
            </a:r>
            <a:br/>
            <a:r>
              <a:t>Defense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Global &amp; tiered rate limiting (120 req/min)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Clickjacking shield (X-Frame-Options: DENY)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 MIME-sniff protection (nosniff) &amp; HSTS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